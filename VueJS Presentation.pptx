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54DF9-451F-42EA-AA04-6B2B14A8B7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656878-4448-4CD2-BE07-2315106502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B4601-D0ED-4899-B4FD-A2B1E02E3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97D17-2925-4DF4-8C22-567F8F14A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68D6B-DBB7-434C-AAD3-07B46C23A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663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DF4F2-E5D4-46AA-9BA9-7B0674AB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A925B-047F-4F27-BEBB-2B8A86AA2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515B1-3727-4DF1-A86B-FB6F163E9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D3DB6-E588-42F9-9939-198B4AD7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E45A8-3FE5-4E07-874B-223673A39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119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67C24-CE41-4EA1-881C-314EC00CE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1DC5A3-34F4-4121-8EAF-30EB8586D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AE1FE2-FD79-4A3D-B577-9194580F5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D52819-2866-4816-8F9E-9E48E932E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782DB-D2C7-4A75-ADF6-E893FB9FD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670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C3F6-AFA3-4E2C-9905-3CD0BFF50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AB4E6-796A-49EA-B526-CF17201729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F71A8-5835-4439-9987-89EE816B3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D11423-1CA7-431A-931C-2155790AF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28124B-393E-4FCB-949D-76A47EBE6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416D83-C6D5-4F98-8E72-78461228C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49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3BC7-0CD4-433D-BC94-C7B5A8DEB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041A55-E85E-4F02-A247-4ECD30C60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8D61BF-8D74-4A40-971F-DE7D889E6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EEDD2E-F375-48EE-BF5E-D36164F85A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F8FE7E-0251-47E5-9A9A-933CC361E9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A24323-0194-4D10-A2B7-6DC8192FA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292388-B18A-4D3E-BCDB-B1BC2DC12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1D50EC-C5FE-4690-9231-DA825E56B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204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E92B7-3541-48F7-9E40-7905F2820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1CDEA5-456D-4478-A167-244A8D9E8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455A38-6A3E-4790-BB94-812A76C40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80D9DD-B4D1-42B5-9C3A-7BEDF3850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73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65FD81-009F-4F4B-8157-B360AB464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C940E9-23C9-4BCA-B842-B4A6DA432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08EEE8-95A2-4AB7-9F05-A45A6F067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07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32ACA-7A7C-4625-9549-193E41F64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122FA-E84A-4F5D-8A23-D1B5DBD27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92CBD-9E3B-4E3F-A1EB-1F19E83D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3A037F-E219-4F6F-B0F2-D65DCC14F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DF64EE-E4ED-4469-8071-A361E9BEB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53787D-8E75-41D1-B909-0C5D23BF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855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9ADBA-BC2A-4E8E-8ED6-97F0C0C08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664EED-DD1F-403E-BD70-32EED2EAEF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D2D10F-3B29-4DD1-91D1-B922235202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1F581-A2CB-4D10-8D2B-F3DC18FBF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901C9-0884-43B2-9775-8E271DAF4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A7AF7-41BA-4A43-96B0-F01614F31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751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ADA8E-4AEF-4F42-B7EA-1FDAC0DAD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78BA2C-045D-4E25-BA62-85E67C8A7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ED718-5168-49A2-88C7-CB5933E4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BC7692-5E76-42F3-865F-A211F196F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3FC13-A24C-4BC0-AF06-6AFF1C063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0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E530AD-DC2B-4541-B71A-B7366B0DB6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30E581-9DC5-4919-825D-2B126F734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90BCC-7A8E-4D3B-92DA-5843C7447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D72B3-3E62-473D-BBA8-56ABAB2A4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A715D-9220-4E49-882A-FE937CBE0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89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58D5A0-45CE-4C74-9591-2005B0689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EC643-B685-42F8-809D-A6C7C033D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368CD-0E7A-4A81-977E-A63D16C2FF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14588F-646F-4FF3-83EC-15A3FDC8EA80}" type="datetimeFigureOut">
              <a:rPr lang="en-US" smtClean="0"/>
              <a:t>6/8/2020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A587C-1E81-484C-9C81-FB50B4832F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600C2-B96B-4E32-AFDE-2DA7744D5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EF82ED-5F6E-41A1-8B6B-52793FB05D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550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F23F57A-F0F2-4918-ABE6-74D9EBC45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Page Application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6ED2EE-5BFF-46DB-853B-4741C1251E0A}"/>
              </a:ext>
            </a:extLst>
          </p:cNvPr>
          <p:cNvSpPr txBox="1"/>
          <p:nvPr/>
        </p:nvSpPr>
        <p:spPr>
          <a:xfrm>
            <a:off x="1000125" y="1952625"/>
            <a:ext cx="6467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SPA? The difference with SSR (MPA)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Why is it so popular?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Props and cons</a:t>
            </a:r>
          </a:p>
        </p:txBody>
      </p:sp>
    </p:spTree>
    <p:extLst>
      <p:ext uri="{BB962C8B-B14F-4D97-AF65-F5344CB8AC3E}">
        <p14:creationId xmlns:p14="http://schemas.microsoft.com/office/powerpoint/2010/main" val="650929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3C8DC-7526-476F-82AD-C104B96B8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VueJS</a:t>
            </a:r>
            <a:r>
              <a:rPr lang="en-US" dirty="0"/>
              <a:t> framework 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C8855-BB9F-4DBE-B85A-8201CA312FE3}"/>
              </a:ext>
            </a:extLst>
          </p:cNvPr>
          <p:cNvSpPr txBox="1"/>
          <p:nvPr/>
        </p:nvSpPr>
        <p:spPr>
          <a:xfrm>
            <a:off x="1000125" y="1952625"/>
            <a:ext cx="64674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author and the history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with ReactJS, Angular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design philosophy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1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19016-6FF5-4B12-82E6-646C8C2A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Vue ecosystem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0E0490-10DF-43C2-BE36-F860B5A30D79}"/>
              </a:ext>
            </a:extLst>
          </p:cNvPr>
          <p:cNvSpPr txBox="1"/>
          <p:nvPr/>
        </p:nvSpPr>
        <p:spPr>
          <a:xfrm>
            <a:off x="1000125" y="1952625"/>
            <a:ext cx="64674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declarative rendering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Component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Client-side routing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 scale state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913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FB0-C877-49DB-84E7-8C6621656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Vue component and component system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5B8821-8FA7-4C7B-84A7-4D98B6EB1A10}"/>
              </a:ext>
            </a:extLst>
          </p:cNvPr>
          <p:cNvSpPr txBox="1"/>
          <p:nvPr/>
        </p:nvSpPr>
        <p:spPr>
          <a:xfrm>
            <a:off x="1000125" y="1952625"/>
            <a:ext cx="64674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Vue instance and their options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reactivity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Vue directive: binding, event handling and structuring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Reuse component (registration, passing data and event emitting)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 edge cases when communicating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SFC </a:t>
            </a:r>
          </a:p>
        </p:txBody>
      </p:sp>
    </p:spTree>
    <p:extLst>
      <p:ext uri="{BB962C8B-B14F-4D97-AF65-F5344CB8AC3E}">
        <p14:creationId xmlns:p14="http://schemas.microsoft.com/office/powerpoint/2010/main" val="213989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2FA95-5EC5-49CF-A739-26133D0E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Vue 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63EDF1-878E-4811-B556-B61BDF94CD67}"/>
              </a:ext>
            </a:extLst>
          </p:cNvPr>
          <p:cNvSpPr txBox="1"/>
          <p:nvPr/>
        </p:nvSpPr>
        <p:spPr>
          <a:xfrm>
            <a:off x="1000125" y="1952625"/>
            <a:ext cx="6467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Setup frontend routing and the router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Dynamic route</a:t>
            </a:r>
          </a:p>
        </p:txBody>
      </p:sp>
    </p:spTree>
    <p:extLst>
      <p:ext uri="{BB962C8B-B14F-4D97-AF65-F5344CB8AC3E}">
        <p14:creationId xmlns:p14="http://schemas.microsoft.com/office/powerpoint/2010/main" val="1010592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476CB-46AD-4C8E-95A0-40E165410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Vuex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63923-AE8A-42B3-8266-66874F658AC7}"/>
              </a:ext>
            </a:extLst>
          </p:cNvPr>
          <p:cNvSpPr txBox="1"/>
          <p:nvPr/>
        </p:nvSpPr>
        <p:spPr>
          <a:xfrm>
            <a:off x="1000125" y="1952625"/>
            <a:ext cx="6467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Setup </a:t>
            </a:r>
            <a:r>
              <a:rPr lang="en-US" dirty="0" err="1"/>
              <a:t>vuex</a:t>
            </a:r>
            <a:r>
              <a:rPr lang="en-US" dirty="0"/>
              <a:t> store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Vuex</a:t>
            </a:r>
            <a:r>
              <a:rPr lang="en-US" dirty="0"/>
              <a:t> modules system</a:t>
            </a:r>
          </a:p>
        </p:txBody>
      </p:sp>
    </p:spTree>
    <p:extLst>
      <p:ext uri="{BB962C8B-B14F-4D97-AF65-F5344CB8AC3E}">
        <p14:creationId xmlns:p14="http://schemas.microsoft.com/office/powerpoint/2010/main" val="3323668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77CC-F068-44B3-90A8-3ADA1BD2C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DE0BE1-8F54-4A90-B28D-6BE19EFE0714}"/>
              </a:ext>
            </a:extLst>
          </p:cNvPr>
          <p:cNvSpPr txBox="1"/>
          <p:nvPr/>
        </p:nvSpPr>
        <p:spPr>
          <a:xfrm>
            <a:off x="1000125" y="1952625"/>
            <a:ext cx="646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Sample </a:t>
            </a:r>
            <a:r>
              <a:rPr lang="en-US" dirty="0" err="1"/>
              <a:t>todo</a:t>
            </a:r>
            <a:r>
              <a:rPr lang="en-US" dirty="0"/>
              <a:t> app using Vue CLI to config the scaffolder</a:t>
            </a:r>
          </a:p>
        </p:txBody>
      </p:sp>
    </p:spTree>
    <p:extLst>
      <p:ext uri="{BB962C8B-B14F-4D97-AF65-F5344CB8AC3E}">
        <p14:creationId xmlns:p14="http://schemas.microsoft.com/office/powerpoint/2010/main" val="2796510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123</Words>
  <Application>Microsoft Office PowerPoint</Application>
  <PresentationFormat>Widescreen</PresentationFormat>
  <Paragraphs>30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Single Page Application</vt:lpstr>
      <vt:lpstr>VueJS framework introduction</vt:lpstr>
      <vt:lpstr>Vue ecosystem</vt:lpstr>
      <vt:lpstr>Vue component and component system</vt:lpstr>
      <vt:lpstr>Vue router</vt:lpstr>
      <vt:lpstr>Vuex</vt:lpstr>
      <vt:lpstr>Live coding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 Page Application</dc:title>
  <dc:creator>trannguyenhcmut@gmail.com</dc:creator>
  <cp:lastModifiedBy>trannguyenhcmut@gmail.com</cp:lastModifiedBy>
  <cp:revision>6</cp:revision>
  <dcterms:created xsi:type="dcterms:W3CDTF">2020-06-08T12:44:08Z</dcterms:created>
  <dcterms:modified xsi:type="dcterms:W3CDTF">2020-06-08T13:40:56Z</dcterms:modified>
</cp:coreProperties>
</file>